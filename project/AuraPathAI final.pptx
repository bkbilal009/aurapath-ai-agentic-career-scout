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1" d="100"/>
          <a:sy n="61" d="100"/>
        </p:scale>
        <p:origin x="843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llu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884" y="228600"/>
            <a:ext cx="9308123" cy="640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120640" y="0"/>
            <a:ext cx="1371600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502920"/>
            <a:ext cx="3200400" cy="347472"/>
          </a:xfrm>
          <a:prstGeom prst="rect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02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D4FF"/>
                </a:solidFill>
                <a:latin typeface="Calibri"/>
              </a:rPr>
              <a:t>AI-POWERED CAREER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0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AURAPATH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6C63FF"/>
                </a:solidFill>
                <a:latin typeface="Calibri"/>
              </a:rPr>
              <a:t>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475488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2186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D4FF"/>
                </a:solidFill>
                <a:latin typeface="Calibri"/>
              </a:rPr>
              <a:t>Engineering Your Destiny 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The Future of Human Potential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6089904"/>
            <a:ext cx="164592" cy="16459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3544" y="6089904"/>
            <a:ext cx="164592" cy="16459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1271016" y="6089904"/>
            <a:ext cx="164592" cy="164592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D4FF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Why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AuraPath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AI Exists</a:t>
            </a:r>
          </a:p>
        </p:txBody>
      </p:sp>
      <p:pic>
        <p:nvPicPr>
          <p:cNvPr id="7" name="Picture 6" descr="illus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1909689"/>
            <a:ext cx="4200613" cy="34501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06240" y="1097280"/>
            <a:ext cx="7680960" cy="157276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73152" cy="15727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28016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8" y="1366224"/>
            <a:ext cx="502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70D2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248763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D4FF"/>
                </a:solidFill>
                <a:latin typeface="Calibri"/>
              </a:rPr>
              <a:t>DIRECTIONLESS AMBITION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45919"/>
            <a:ext cx="6675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8D4"/>
                </a:solidFill>
                <a:latin typeface="Calibri"/>
              </a:rPr>
              <a:t>Graduates lack data-driven navigation for global careers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834639"/>
            <a:ext cx="7680960" cy="157276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2834639"/>
            <a:ext cx="73152" cy="1572768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07408" y="3017520"/>
            <a:ext cx="502920" cy="50292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3099703"/>
            <a:ext cx="502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70D27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944368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C850"/>
                </a:solidFill>
                <a:latin typeface="Calibri"/>
              </a:rPr>
              <a:t>RECRUITMENT 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383279"/>
            <a:ext cx="6675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8D4"/>
                </a:solidFill>
                <a:latin typeface="Calibri"/>
              </a:rPr>
              <a:t>90% face black-box rejections without actionable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572000"/>
            <a:ext cx="7680960" cy="1572768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40" y="4572000"/>
            <a:ext cx="73152" cy="157276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8" y="4754880"/>
            <a:ext cx="502920" cy="50292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1323" y="4832265"/>
            <a:ext cx="502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70D27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681728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FFB3"/>
                </a:solidFill>
                <a:latin typeface="Calibri"/>
              </a:rPr>
              <a:t>MENTAL BURNOUT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5120640"/>
            <a:ext cx="6675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8D4"/>
                </a:solidFill>
                <a:latin typeface="Calibri"/>
              </a:rPr>
              <a:t>No system supports psychological resilience during job hunting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6309360"/>
            <a:ext cx="117957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AuraPath AI – A Strategic Career Intelligence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B0B8D4"/>
                </a:solidFill>
                <a:latin typeface="Calibri"/>
              </a:rPr>
              <a:t>Transforms job hunting into a data-driven mission</a:t>
            </a:r>
          </a:p>
        </p:txBody>
      </p:sp>
      <p:pic>
        <p:nvPicPr>
          <p:cNvPr id="8" name="Picture 7" descr="illus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097280"/>
            <a:ext cx="301752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1463040"/>
            <a:ext cx="1700784" cy="51663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463040"/>
            <a:ext cx="1700784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" y="1737360"/>
            <a:ext cx="768096" cy="76809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1892808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0D27"/>
                </a:solidFill>
                <a:latin typeface="Calibri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606040"/>
            <a:ext cx="1591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6C63FF"/>
                </a:solidFill>
                <a:latin typeface="Calibri"/>
              </a:rPr>
              <a:t>NEXUS</a:t>
            </a:r>
            <a:endParaRPr sz="1000" b="1" i="0" dirty="0">
              <a:solidFill>
                <a:srgbClr val="6C63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63461" y="2940350"/>
            <a:ext cx="2230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B0B8D4"/>
                </a:solidFill>
                <a:latin typeface="Calibri"/>
              </a:rPr>
              <a:t>Precision CV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3401568"/>
            <a:ext cx="1481328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52044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Technical audit of tech stacks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8912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Gap detection for missing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" y="5257800"/>
            <a:ext cx="1961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Readiness scoring before applying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463040"/>
            <a:ext cx="1700784" cy="51663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20240" y="1463040"/>
            <a:ext cx="1700784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86584" y="1737360"/>
            <a:ext cx="768096" cy="768096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86584" y="1892808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0D27"/>
                </a:solidFill>
                <a:latin typeface="Calibri"/>
              </a:rPr>
              <a:t>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2606040"/>
            <a:ext cx="1591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FFB3"/>
                </a:solidFill>
                <a:latin typeface="Calibri"/>
              </a:rPr>
              <a:t>ZEN</a:t>
            </a:r>
            <a:endParaRPr sz="1000" b="1" i="0" dirty="0">
              <a:solidFill>
                <a:srgbClr val="00FFB3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15279" y="2971800"/>
            <a:ext cx="1961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B0B8D4"/>
                </a:solidFill>
                <a:latin typeface="Calibri"/>
              </a:rPr>
              <a:t>Psychological Fortitude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9968" y="3401568"/>
            <a:ext cx="1481328" cy="27432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352044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Builds resilience &amp; motivation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38912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Handles rejection fatigue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25780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Stoic-inspired mental strength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1463040"/>
            <a:ext cx="1700784" cy="51663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0" y="1463040"/>
            <a:ext cx="1700784" cy="64008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23944" y="1737360"/>
            <a:ext cx="768096" cy="768096"/>
          </a:xfrm>
          <a:prstGeom prst="ellipse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23944" y="1892808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0D27"/>
                </a:solidFill>
                <a:latin typeface="Calibri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2606040"/>
            <a:ext cx="1591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C850"/>
                </a:solidFill>
                <a:latin typeface="Calibri"/>
              </a:rPr>
              <a:t>ORBIT</a:t>
            </a:r>
            <a:endParaRPr sz="1000" b="1" i="0" dirty="0">
              <a:solidFill>
                <a:srgbClr val="FFC85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21148" y="2980404"/>
            <a:ext cx="2320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B0B8D4"/>
                </a:solidFill>
                <a:latin typeface="Calibri"/>
              </a:rPr>
              <a:t>Strategic Mission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3401568"/>
            <a:ext cx="1481328" cy="27432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39" y="352044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Hiring pipeline breakdown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38912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6-month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5257800"/>
            <a:ext cx="15636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Salary insights (base, bonus, equity)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1463040"/>
            <a:ext cx="1700784" cy="51663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94960" y="1463040"/>
            <a:ext cx="1700784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861304" y="1737360"/>
            <a:ext cx="768096" cy="7680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61304" y="1893121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0D27"/>
                </a:solidFill>
                <a:latin typeface="Calibri"/>
              </a:rPr>
              <a:t>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8112" y="2606040"/>
            <a:ext cx="1591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D4FF"/>
                </a:solidFill>
                <a:latin typeface="Calibri"/>
              </a:rPr>
              <a:t>PATHFINDER</a:t>
            </a:r>
            <a:endParaRPr sz="100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8112" y="2971800"/>
            <a:ext cx="1591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B0B8D4"/>
                </a:solidFill>
                <a:latin typeface="Calibri"/>
              </a:rPr>
              <a:t>Market Alignment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04688" y="3401568"/>
            <a:ext cx="1481328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0" y="3520440"/>
            <a:ext cx="15636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AI CV scan → instant job matching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38912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Recommends best-fit companies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25780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Suggests bridge roles for 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1463040"/>
            <a:ext cx="1700784" cy="51663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132320" y="1463040"/>
            <a:ext cx="1700784" cy="64008"/>
          </a:xfrm>
          <a:prstGeom prst="rect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598664" y="1737360"/>
            <a:ext cx="768096" cy="768096"/>
          </a:xfrm>
          <a:prstGeom prst="ellipse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98664" y="1891948"/>
            <a:ext cx="768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70D27"/>
                </a:solidFill>
                <a:latin typeface="Calibri"/>
              </a:rPr>
              <a:t>V</a:t>
            </a:r>
            <a:endParaRPr sz="1600" b="1" i="0" dirty="0">
              <a:solidFill>
                <a:srgbClr val="070D27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222900" y="2538987"/>
            <a:ext cx="1591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70A6"/>
                </a:solidFill>
                <a:latin typeface="Calibri"/>
              </a:rPr>
              <a:t>VOICE &amp; ACCESSIBILITY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5472" y="3075649"/>
            <a:ext cx="1591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B0B8D4"/>
                </a:solidFill>
                <a:latin typeface="Calibri"/>
              </a:rPr>
              <a:t>Global Reach Layer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2048" y="3401568"/>
            <a:ext cx="1481328" cy="27432"/>
          </a:xfrm>
          <a:prstGeom prst="rect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23760" y="352044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Voice-first interaction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438912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99+ language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257800"/>
            <a:ext cx="1563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• Inclusive, global usability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C850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Powered by Cutting-Edge AI Infrastructure</a:t>
            </a:r>
          </a:p>
        </p:txBody>
      </p:sp>
      <p:pic>
        <p:nvPicPr>
          <p:cNvPr id="7" name="Picture 6" descr="illus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60120"/>
            <a:ext cx="39319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2880" y="1188720"/>
            <a:ext cx="3749039" cy="21945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3749039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" y="1810512"/>
            <a:ext cx="768096" cy="76809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132588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C63FF"/>
                </a:solidFill>
                <a:latin typeface="Calibri"/>
              </a:rPr>
              <a:t>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4592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Llama-3.3-70B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9512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8D4"/>
                </a:solidFill>
                <a:latin typeface="Calibri"/>
              </a:rPr>
              <a:t>Large Language Model powering intelligent career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749039" cy="21945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1810512"/>
            <a:ext cx="768096" cy="7680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32588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D4FF"/>
                </a:solidFill>
                <a:latin typeface="Calibri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4592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0850" y="2721434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8D4"/>
                </a:solidFill>
                <a:latin typeface="Calibri"/>
              </a:rPr>
              <a:t>Ultra-fast response processing for real-time interactions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69080"/>
            <a:ext cx="3749039" cy="21945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" y="4069080"/>
            <a:ext cx="3749039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" y="4690872"/>
            <a:ext cx="768096" cy="768096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420624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FFB3"/>
                </a:solidFill>
                <a:latin typeface="Calibri"/>
              </a:rPr>
              <a:t>VOICE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262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Whisper-V3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618988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8D4"/>
                </a:solidFill>
                <a:latin typeface="Calibri"/>
              </a:rPr>
              <a:t>State-of-the-art speech recognition &amp; voice 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069080"/>
            <a:ext cx="3749039" cy="219456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4069080"/>
            <a:ext cx="3749039" cy="54864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29600" y="4690872"/>
            <a:ext cx="768096" cy="768096"/>
          </a:xfrm>
          <a:prstGeom prst="ellipse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420624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C850"/>
                </a:solidFill>
                <a:latin typeface="Calibri"/>
              </a:rP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5262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Generative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626608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8D4"/>
                </a:solidFill>
                <a:latin typeface="Calibri"/>
              </a:rPr>
              <a:t>Career Intelligence built on generative AI foundation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6217920"/>
            <a:ext cx="7589520" cy="402336"/>
          </a:xfrm>
          <a:prstGeom prst="rect">
            <a:avLst/>
          </a:prstGeom>
          <a:solidFill>
            <a:srgbClr val="10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6000" y="6217920"/>
            <a:ext cx="758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System Type: Generative AI-based Career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B3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End-to-End AI Processing Flow</a:t>
            </a:r>
          </a:p>
        </p:txBody>
      </p:sp>
      <p:pic>
        <p:nvPicPr>
          <p:cNvPr id="7" name="Picture 6" descr="illu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1051560"/>
            <a:ext cx="1920240" cy="228600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19202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143000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00D4FF"/>
                </a:solidFill>
                <a:latin typeface="Calibri"/>
              </a:rPr>
              <a:t>INPUT</a:t>
            </a:r>
            <a:endParaRPr sz="1400" b="1" i="0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0624" y="1655064"/>
            <a:ext cx="219456" cy="21945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18488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CV Upload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" y="2221991"/>
            <a:ext cx="219456" cy="21945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185416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Voice Input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" y="2788920"/>
            <a:ext cx="219456" cy="21945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52344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Text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960120"/>
            <a:ext cx="2743200" cy="246888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0" y="960120"/>
            <a:ext cx="27432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8" y="105156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C63FF"/>
                </a:solidFill>
                <a:latin typeface="Calibri"/>
              </a:rPr>
              <a:t>AI PROCESSING</a:t>
            </a:r>
          </a:p>
        </p:txBody>
      </p:sp>
      <p:sp>
        <p:nvSpPr>
          <p:cNvPr id="20" name="Oval 19"/>
          <p:cNvSpPr/>
          <p:nvPr/>
        </p:nvSpPr>
        <p:spPr>
          <a:xfrm>
            <a:off x="2889504" y="1563624"/>
            <a:ext cx="219456" cy="21945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1527048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Llama-3.3-70B</a:t>
            </a:r>
          </a:p>
        </p:txBody>
      </p:sp>
      <p:sp>
        <p:nvSpPr>
          <p:cNvPr id="22" name="Oval 21"/>
          <p:cNvSpPr/>
          <p:nvPr/>
        </p:nvSpPr>
        <p:spPr>
          <a:xfrm>
            <a:off x="2889504" y="2130552"/>
            <a:ext cx="219456" cy="21945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2093976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FFFFF"/>
                </a:solidFill>
                <a:latin typeface="Calibri"/>
              </a:rPr>
              <a:t>Groq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Inference</a:t>
            </a:r>
          </a:p>
        </p:txBody>
      </p:sp>
      <p:sp>
        <p:nvSpPr>
          <p:cNvPr id="24" name="Oval 23"/>
          <p:cNvSpPr/>
          <p:nvPr/>
        </p:nvSpPr>
        <p:spPr>
          <a:xfrm>
            <a:off x="2889504" y="2697480"/>
            <a:ext cx="219456" cy="21945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2660904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Whisper-V3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051560"/>
            <a:ext cx="2468880" cy="228600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1051560"/>
            <a:ext cx="246888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114300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C63FF"/>
                </a:solidFill>
                <a:latin typeface="Calibri"/>
              </a:rPr>
              <a:t>MODULES</a:t>
            </a:r>
            <a:endParaRPr sz="1000" b="1" i="0" dirty="0">
              <a:solidFill>
                <a:srgbClr val="6C63FF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318504" y="1655064"/>
            <a:ext cx="219456" cy="21945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1618488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NEXUS  •  ZEN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221991"/>
            <a:ext cx="219456" cy="219456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2185416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ORBIT  •  PATHFINDER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051560"/>
            <a:ext cx="2606040" cy="228600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26880" y="1051560"/>
            <a:ext cx="260604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7" y="1143000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FFB3"/>
                </a:solidFill>
                <a:latin typeface="Calibri"/>
              </a:rPr>
              <a:t>OUTPUT</a:t>
            </a:r>
            <a:endParaRPr sz="1000" b="1" i="0" dirty="0">
              <a:solidFill>
                <a:srgbClr val="00FFB3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473184" y="1655064"/>
            <a:ext cx="219456" cy="219456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1618488"/>
            <a:ext cx="2057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Career Strategy</a:t>
            </a:r>
          </a:p>
        </p:txBody>
      </p:sp>
      <p:sp>
        <p:nvSpPr>
          <p:cNvPr id="38" name="Oval 37"/>
          <p:cNvSpPr/>
          <p:nvPr/>
        </p:nvSpPr>
        <p:spPr>
          <a:xfrm>
            <a:off x="9473184" y="2221991"/>
            <a:ext cx="219456" cy="219456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0" y="2185416"/>
            <a:ext cx="2057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Job Matches</a:t>
            </a:r>
          </a:p>
        </p:txBody>
      </p:sp>
      <p:sp>
        <p:nvSpPr>
          <p:cNvPr id="40" name="Oval 39"/>
          <p:cNvSpPr/>
          <p:nvPr/>
        </p:nvSpPr>
        <p:spPr>
          <a:xfrm>
            <a:off x="9473184" y="2788920"/>
            <a:ext cx="219456" cy="219456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0" y="2752344"/>
            <a:ext cx="2057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Growth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2057400"/>
            <a:ext cx="5029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87752" y="184708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057400"/>
            <a:ext cx="5029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25312" y="184708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1080" y="2057400"/>
            <a:ext cx="5029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88552" y="184708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66160"/>
            <a:ext cx="11612880" cy="54864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3703320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B0B8D4"/>
                </a:solidFill>
                <a:latin typeface="Calibri"/>
              </a:rPr>
              <a:t>Seamless end-to-end intelligence — from raw input to actionable career outcomes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297680"/>
            <a:ext cx="274320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99+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53218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B8D4"/>
                </a:solidFill>
                <a:latin typeface="Calibri"/>
              </a:rPr>
              <a:t>Languages Supported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6120" y="4297680"/>
            <a:ext cx="274320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46120" y="4572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6-Month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53218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B8D4"/>
                </a:solidFill>
                <a:latin typeface="Calibri"/>
              </a:rPr>
              <a:t>AI Roadmap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297680"/>
            <a:ext cx="274320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72200" y="4572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Real-Time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53218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B8D4"/>
                </a:solidFill>
                <a:latin typeface="Calibri"/>
              </a:rPr>
              <a:t>Processing</a:t>
            </a:r>
            <a:endParaRPr sz="1100" b="0" i="0" dirty="0">
              <a:solidFill>
                <a:srgbClr val="B0B8D4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098280" y="4297680"/>
            <a:ext cx="274320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98280" y="4572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  <a:latin typeface="Calibri"/>
              </a:rPr>
              <a:t>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532180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B8D4"/>
                </a:solidFill>
                <a:latin typeface="Calibri"/>
              </a:rPr>
              <a:t>Data-Driven</a:t>
            </a:r>
            <a:endParaRPr sz="1100" b="0" i="0" dirty="0">
              <a:solidFill>
                <a:srgbClr val="B0B8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50"/>
                </a:solidFill>
                <a:latin typeface="Calibri"/>
              </a:rPr>
              <a:t>THE VISIONARY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Building the Future of Career Intelligence</a:t>
            </a:r>
          </a:p>
        </p:txBody>
      </p:sp>
      <p:pic>
        <p:nvPicPr>
          <p:cNvPr id="7" name="Picture 6" descr="illus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3200400" cy="2011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29000" y="1143000"/>
            <a:ext cx="8503920" cy="1417320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143000"/>
            <a:ext cx="64008" cy="1417320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58183" y="1444752"/>
            <a:ext cx="804672" cy="804672"/>
          </a:xfrm>
          <a:prstGeom prst="ellipse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6472" y="1665919"/>
            <a:ext cx="786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70D27"/>
                </a:solidFill>
                <a:latin typeface="Calibri"/>
              </a:rPr>
              <a:t>MB</a:t>
            </a:r>
            <a:endParaRPr sz="1400" b="1" i="0" dirty="0">
              <a:solidFill>
                <a:srgbClr val="070D27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63440" y="1261872"/>
            <a:ext cx="1097280" cy="347472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307592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70D27"/>
                </a:solidFill>
                <a:latin typeface="Calibri"/>
              </a:rPr>
              <a:t>  TEAM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Muhammad Bilal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2344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 err="1">
                <a:solidFill>
                  <a:srgbClr val="B0B8D4"/>
                </a:solidFill>
                <a:latin typeface="Calibri"/>
              </a:rPr>
              <a:t>Fsc</a:t>
            </a:r>
            <a:r>
              <a:rPr lang="en-US" sz="1600" b="0" i="0" dirty="0">
                <a:solidFill>
                  <a:srgbClr val="B0B8D4"/>
                </a:solidFill>
                <a:latin typeface="Calibri"/>
              </a:rPr>
              <a:t> Pre Engineering</a:t>
            </a:r>
            <a:endParaRPr sz="1600" b="0" i="0" dirty="0">
              <a:solidFill>
                <a:srgbClr val="B0B8D4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49640" y="1664208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C850"/>
                </a:solidFill>
                <a:latin typeface="Calibri"/>
              </a:rPr>
              <a:t>Lead AI Architect &amp; Logic Integration Specialist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852928"/>
            <a:ext cx="2304288" cy="373075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" y="2852928"/>
            <a:ext cx="230428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59" y="3118104"/>
            <a:ext cx="1024128" cy="10241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" y="3465577"/>
            <a:ext cx="1024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70D27"/>
                </a:solidFill>
                <a:latin typeface="Calibri"/>
              </a:rPr>
              <a:t>ZK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15968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Zahra Khaliq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82896"/>
            <a:ext cx="2157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B0B8D4"/>
                </a:solidFill>
                <a:latin typeface="Calibri"/>
              </a:rPr>
              <a:t>BS Information Technology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5340096"/>
            <a:ext cx="19751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458968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D4FF"/>
                </a:solidFill>
                <a:latin typeface="Calibri"/>
              </a:rPr>
              <a:t>Research &amp; Presentation Analyst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852928"/>
            <a:ext cx="2304288" cy="373075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0" y="2852928"/>
            <a:ext cx="2304288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00400" y="3118104"/>
            <a:ext cx="1024128" cy="1024128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450062"/>
            <a:ext cx="1024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70D27"/>
                </a:solidFill>
                <a:latin typeface="Calibri"/>
              </a:rPr>
              <a:t>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315968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Tehreem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Akhtar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882896"/>
            <a:ext cx="2157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B0B8D4"/>
                </a:solidFill>
                <a:latin typeface="Calibri"/>
              </a:rPr>
              <a:t>BS Information 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24912" y="5340096"/>
            <a:ext cx="1975104" cy="36576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5458968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FFB3"/>
                </a:solidFill>
                <a:latin typeface="Calibri"/>
              </a:rPr>
              <a:t>Research &amp; Presentation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852928"/>
            <a:ext cx="2304288" cy="373075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37760" y="2852928"/>
            <a:ext cx="2304288" cy="64008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577840" y="3118104"/>
            <a:ext cx="1024128" cy="1024128"/>
          </a:xfrm>
          <a:prstGeom prst="ellipse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0" y="3465577"/>
            <a:ext cx="1024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70D27"/>
                </a:solidFill>
                <a:latin typeface="Calibri"/>
              </a:rPr>
              <a:t>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315968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Ayesha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Siddiqa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0" y="4882896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B0B8D4"/>
                </a:solidFill>
                <a:latin typeface="Calibri"/>
              </a:rPr>
              <a:t>BS Biochemistry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02352" y="5340096"/>
            <a:ext cx="1975104" cy="36576"/>
          </a:xfrm>
          <a:prstGeom prst="rect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5458968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C850"/>
                </a:solidFill>
                <a:latin typeface="Calibri"/>
              </a:rPr>
              <a:t>Demo Production &amp; Media Specialist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2852928"/>
            <a:ext cx="2304288" cy="373075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0" y="2852928"/>
            <a:ext cx="2304288" cy="64008"/>
          </a:xfrm>
          <a:prstGeom prst="rect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55279" y="3118104"/>
            <a:ext cx="1024128" cy="1024128"/>
          </a:xfrm>
          <a:prstGeom prst="ellipse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79" y="3504906"/>
            <a:ext cx="1024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70D27"/>
                </a:solidFill>
                <a:latin typeface="Calibri"/>
              </a:rPr>
              <a:t>HJ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315968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Hamza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Jawanda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06640" y="4882896"/>
            <a:ext cx="2157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B0B8D4"/>
                </a:solidFill>
                <a:latin typeface="Calibri"/>
              </a:rPr>
              <a:t>BS Information Technology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9792" y="5340096"/>
            <a:ext cx="1975104" cy="36576"/>
          </a:xfrm>
          <a:prstGeom prst="rect">
            <a:avLst/>
          </a:prstGeom>
          <a:solidFill>
            <a:srgbClr val="FF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5458968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70A6"/>
                </a:solidFill>
                <a:latin typeface="Calibri"/>
              </a:rPr>
              <a:t>Demo Production &amp; Media Specialist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2852928"/>
            <a:ext cx="2304288" cy="373075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92640" y="2852928"/>
            <a:ext cx="2304288" cy="64008"/>
          </a:xfrm>
          <a:prstGeom prst="rect">
            <a:avLst/>
          </a:prstGeom>
          <a:solidFill>
            <a:srgbClr val="9D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332719" y="3118104"/>
            <a:ext cx="1024128" cy="1024128"/>
          </a:xfrm>
          <a:prstGeom prst="ellipse">
            <a:avLst/>
          </a:prstGeom>
          <a:solidFill>
            <a:srgbClr val="9D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32719" y="3483864"/>
            <a:ext cx="1024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70D27"/>
                </a:solidFill>
                <a:latin typeface="Calibri"/>
              </a:rPr>
              <a:t>AA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4315968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Areej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Abbas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882896"/>
            <a:ext cx="2157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B0B8D4"/>
                </a:solidFill>
                <a:latin typeface="Calibri"/>
              </a:rPr>
              <a:t>MS Mathematics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57232" y="5340096"/>
            <a:ext cx="1975104" cy="36576"/>
          </a:xfrm>
          <a:prstGeom prst="rect">
            <a:avLst/>
          </a:prstGeom>
          <a:solidFill>
            <a:srgbClr val="9D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84080" y="5458968"/>
            <a:ext cx="2157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9D4EFF"/>
                </a:solidFill>
                <a:latin typeface="Calibri"/>
              </a:rPr>
              <a:t>Demo Production &amp; Media Specialist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llu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884" y="228600"/>
            <a:ext cx="9308123" cy="640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120640" y="0"/>
            <a:ext cx="1371600" cy="6858000"/>
          </a:xfrm>
          <a:prstGeom prst="rect">
            <a:avLst/>
          </a:prstGeom>
          <a:solidFill>
            <a:srgbClr val="070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502920"/>
            <a:ext cx="3200400" cy="347472"/>
          </a:xfrm>
          <a:prstGeom prst="rect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502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D4FF"/>
                </a:solidFill>
                <a:latin typeface="Calibri"/>
              </a:rPr>
              <a:t>AI-POWERED CAREER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0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AURAPATH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6C63FF"/>
                </a:solidFill>
                <a:latin typeface="Calibri"/>
              </a:rPr>
              <a:t>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475488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21868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1" dirty="0">
                <a:solidFill>
                  <a:srgbClr val="00D4FF"/>
                </a:solidFill>
                <a:latin typeface="Calibri"/>
              </a:rPr>
              <a:t>DEMO VIDEO</a:t>
            </a:r>
            <a:endParaRPr sz="2400" b="0" i="1" dirty="0">
              <a:solidFill>
                <a:srgbClr val="00D4FF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76072" y="6089904"/>
            <a:ext cx="164592" cy="164592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3544" y="6089904"/>
            <a:ext cx="164592" cy="16459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1271016" y="6089904"/>
            <a:ext cx="164592" cy="164592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9158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365</Words>
  <Application>Microsoft Office PowerPoint</Application>
  <PresentationFormat>Custom</PresentationFormat>
  <Paragraphs>124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zahra</dc:creator>
  <cp:keywords/>
  <dc:description>generated using python-pptx</dc:description>
  <cp:lastModifiedBy>Zahra Khaliq</cp:lastModifiedBy>
  <cp:revision>8</cp:revision>
  <dcterms:created xsi:type="dcterms:W3CDTF">2013-01-27T09:14:16Z</dcterms:created>
  <dcterms:modified xsi:type="dcterms:W3CDTF">2026-05-02T19:49:56Z</dcterms:modified>
  <cp:category/>
</cp:coreProperties>
</file>